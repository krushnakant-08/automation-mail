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</p:sldIdLst>
  <p:sldSz cx="10693400" cy="7556500"/>
  <p:notesSz cx="6858000" cy="9144000"/>
  <p:embeddedFontLst>
    <p:embeddedFont>
      <p:font typeface="Cinzel" panose="020B0604020202020204" charset="0"/>
      <p:regular r:id="rId3"/>
    </p:embeddedFont>
    <p:embeddedFont>
      <p:font typeface="Cinzel Bold" panose="020B0604020202020204" charset="0"/>
      <p:regular r:id="rId4"/>
    </p:embeddedFont>
    <p:embeddedFont>
      <p:font typeface="Cinzel Decorative" panose="020B0604020202020204" charset="0"/>
      <p:regular r:id="rId5"/>
    </p:embeddedFont>
    <p:embeddedFont>
      <p:font typeface="Tomorrow" panose="020B0604020202020204" charset="0"/>
      <p:regular r:id="rId6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22" autoAdjust="0"/>
  </p:normalViewPr>
  <p:slideViewPr>
    <p:cSldViewPr>
      <p:cViewPr varScale="1">
        <p:scale>
          <a:sx n="71" d="100"/>
          <a:sy n="71" d="100"/>
        </p:scale>
        <p:origin x="1440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font" Target="fonts/font1.fntdata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4.fntdata"/><Relationship Id="rId5" Type="http://schemas.openxmlformats.org/officeDocument/2006/relationships/font" Target="fonts/font3.fntdata"/><Relationship Id="rId10" Type="http://schemas.openxmlformats.org/officeDocument/2006/relationships/tableStyles" Target="tableStyles.xml"/><Relationship Id="rId4" Type="http://schemas.openxmlformats.org/officeDocument/2006/relationships/font" Target="fonts/font2.fntdata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jpeg"/><Relationship Id="rId16" Type="http://schemas.openxmlformats.org/officeDocument/2006/relationships/image" Target="../media/image1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5" Type="http://schemas.openxmlformats.org/officeDocument/2006/relationships/image" Target="../media/image14.png"/><Relationship Id="rId10" Type="http://schemas.openxmlformats.org/officeDocument/2006/relationships/image" Target="../media/image9.png"/><Relationship Id="rId4" Type="http://schemas.openxmlformats.org/officeDocument/2006/relationships/image" Target="../media/image3.sv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F8F7F7">
                <a:alpha val="100000"/>
              </a:srgbClr>
            </a:gs>
            <a:gs pos="100000">
              <a:srgbClr val="F4D99E">
                <a:alpha val="100000"/>
              </a:srgbClr>
            </a:gs>
          </a:gsLst>
          <a:lin ang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0692000" cy="9577862"/>
          </a:xfrm>
          <a:custGeom>
            <a:avLst/>
            <a:gdLst/>
            <a:ahLst/>
            <a:cxnLst/>
            <a:rect l="l" t="t" r="r" b="b"/>
            <a:pathLst>
              <a:path w="10692000" h="9577862">
                <a:moveTo>
                  <a:pt x="0" y="0"/>
                </a:moveTo>
                <a:lnTo>
                  <a:pt x="10692000" y="0"/>
                </a:lnTo>
                <a:lnTo>
                  <a:pt x="10692000" y="9577862"/>
                </a:lnTo>
                <a:lnTo>
                  <a:pt x="0" y="957786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19999"/>
            </a:blip>
            <a:stretch>
              <a:fillRect l="-1010" t="-6380" b="-6380"/>
            </a:stretch>
          </a:blipFill>
        </p:spPr>
      </p:sp>
      <p:grpSp>
        <p:nvGrpSpPr>
          <p:cNvPr id="3" name="Group 3"/>
          <p:cNvGrpSpPr/>
          <p:nvPr/>
        </p:nvGrpSpPr>
        <p:grpSpPr>
          <a:xfrm>
            <a:off x="3734705" y="3208074"/>
            <a:ext cx="3199330" cy="410910"/>
            <a:chOff x="0" y="0"/>
            <a:chExt cx="4265773" cy="547881"/>
          </a:xfrm>
        </p:grpSpPr>
        <p:sp>
          <p:nvSpPr>
            <p:cNvPr id="4" name="TextBox 4"/>
            <p:cNvSpPr txBox="1"/>
            <p:nvPr/>
          </p:nvSpPr>
          <p:spPr>
            <a:xfrm>
              <a:off x="0" y="-47625"/>
              <a:ext cx="4265773" cy="564644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83"/>
                </a:lnSpc>
              </a:pPr>
              <a:r>
                <a:rPr lang="en-US" sz="2559" b="1" spc="383">
                  <a:solidFill>
                    <a:srgbClr val="E0C36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ANANTYA 2026</a:t>
              </a:r>
            </a:p>
          </p:txBody>
        </p:sp>
        <p:sp>
          <p:nvSpPr>
            <p:cNvPr id="5" name="TextBox 5"/>
            <p:cNvSpPr txBox="1"/>
            <p:nvPr/>
          </p:nvSpPr>
          <p:spPr>
            <a:xfrm>
              <a:off x="0" y="-10742"/>
              <a:ext cx="4265773" cy="55862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551"/>
                </a:lnSpc>
              </a:pPr>
              <a:r>
                <a:rPr lang="en-US" sz="2536" b="1" spc="380">
                  <a:solidFill>
                    <a:srgbClr val="5A5A5A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ANANTYA 2026</a:t>
              </a:r>
            </a:p>
          </p:txBody>
        </p:sp>
      </p:grpSp>
      <p:sp>
        <p:nvSpPr>
          <p:cNvPr id="6" name="AutoShape 6"/>
          <p:cNvSpPr/>
          <p:nvPr/>
        </p:nvSpPr>
        <p:spPr>
          <a:xfrm>
            <a:off x="1810532" y="5057783"/>
            <a:ext cx="7079386" cy="0"/>
          </a:xfrm>
          <a:prstGeom prst="line">
            <a:avLst/>
          </a:prstGeom>
          <a:ln w="28575" cap="flat">
            <a:solidFill>
              <a:srgbClr val="03012B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7" name="Freeform 7"/>
          <p:cNvSpPr/>
          <p:nvPr/>
        </p:nvSpPr>
        <p:spPr>
          <a:xfrm>
            <a:off x="3379550" y="3588310"/>
            <a:ext cx="3909640" cy="351868"/>
          </a:xfrm>
          <a:custGeom>
            <a:avLst/>
            <a:gdLst/>
            <a:ahLst/>
            <a:cxnLst/>
            <a:rect l="l" t="t" r="r" b="b"/>
            <a:pathLst>
              <a:path w="3909640" h="351868">
                <a:moveTo>
                  <a:pt x="0" y="0"/>
                </a:moveTo>
                <a:lnTo>
                  <a:pt x="3909640" y="0"/>
                </a:lnTo>
                <a:lnTo>
                  <a:pt x="3909640" y="351867"/>
                </a:lnTo>
                <a:lnTo>
                  <a:pt x="0" y="351867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/>
          <p:cNvSpPr txBox="1"/>
          <p:nvPr/>
        </p:nvSpPr>
        <p:spPr>
          <a:xfrm>
            <a:off x="3639105" y="3960341"/>
            <a:ext cx="3413790" cy="3727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79"/>
              </a:lnSpc>
              <a:spcBef>
                <a:spcPct val="0"/>
              </a:spcBef>
            </a:pPr>
            <a:r>
              <a:rPr lang="en-US" sz="2199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This is to certify that</a:t>
            </a:r>
          </a:p>
        </p:txBody>
      </p:sp>
      <p:grpSp>
        <p:nvGrpSpPr>
          <p:cNvPr id="9" name="Group 9"/>
          <p:cNvGrpSpPr/>
          <p:nvPr/>
        </p:nvGrpSpPr>
        <p:grpSpPr>
          <a:xfrm>
            <a:off x="4176229" y="6292175"/>
            <a:ext cx="2191063" cy="1167651"/>
            <a:chOff x="0" y="0"/>
            <a:chExt cx="2921417" cy="1556867"/>
          </a:xfrm>
        </p:grpSpPr>
        <p:sp>
          <p:nvSpPr>
            <p:cNvPr id="10" name="AutoShape 10"/>
            <p:cNvSpPr/>
            <p:nvPr/>
          </p:nvSpPr>
          <p:spPr>
            <a:xfrm>
              <a:off x="0" y="901265"/>
              <a:ext cx="2921417" cy="0"/>
            </a:xfrm>
            <a:prstGeom prst="line">
              <a:avLst/>
            </a:prstGeom>
            <a:ln w="38100" cap="flat">
              <a:solidFill>
                <a:srgbClr val="03012B"/>
              </a:solidFill>
              <a:prstDash val="solid"/>
              <a:headEnd type="none" w="sm" len="sm"/>
              <a:tailEnd type="none" w="sm" len="sm"/>
            </a:ln>
          </p:spPr>
        </p:sp>
        <p:sp>
          <p:nvSpPr>
            <p:cNvPr id="11" name="Freeform 11"/>
            <p:cNvSpPr/>
            <p:nvPr/>
          </p:nvSpPr>
          <p:spPr>
            <a:xfrm>
              <a:off x="735244" y="0"/>
              <a:ext cx="1450928" cy="940763"/>
            </a:xfrm>
            <a:custGeom>
              <a:avLst/>
              <a:gdLst/>
              <a:ahLst/>
              <a:cxnLst/>
              <a:rect l="l" t="t" r="r" b="b"/>
              <a:pathLst>
                <a:path w="1450928" h="940763">
                  <a:moveTo>
                    <a:pt x="0" y="0"/>
                  </a:moveTo>
                  <a:lnTo>
                    <a:pt x="1450929" y="0"/>
                  </a:lnTo>
                  <a:lnTo>
                    <a:pt x="1450929" y="940763"/>
                  </a:lnTo>
                  <a:lnTo>
                    <a:pt x="0" y="94076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</p:sp>
        <p:sp>
          <p:nvSpPr>
            <p:cNvPr id="12" name="TextBox 12"/>
            <p:cNvSpPr txBox="1"/>
            <p:nvPr/>
          </p:nvSpPr>
          <p:spPr>
            <a:xfrm>
              <a:off x="331723" y="1017125"/>
              <a:ext cx="2257971" cy="27756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1791"/>
                </a:lnSpc>
              </a:pPr>
              <a:r>
                <a:rPr lang="en-US" sz="1279" spc="72">
                  <a:solidFill>
                    <a:srgbClr val="03012B"/>
                  </a:solidFill>
                  <a:latin typeface="Cinzel"/>
                  <a:ea typeface="Cinzel"/>
                  <a:cs typeface="Cinzel"/>
                  <a:sym typeface="Cinzel"/>
                </a:rPr>
                <a:t>Dr. Sonali Patil</a:t>
              </a:r>
            </a:p>
          </p:txBody>
        </p:sp>
        <p:sp>
          <p:nvSpPr>
            <p:cNvPr id="13" name="TextBox 13"/>
            <p:cNvSpPr txBox="1"/>
            <p:nvPr/>
          </p:nvSpPr>
          <p:spPr>
            <a:xfrm>
              <a:off x="39066" y="1249659"/>
              <a:ext cx="2843285" cy="307208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marL="0" lvl="0" indent="0" algn="ctr">
                <a:lnSpc>
                  <a:spcPts val="1919"/>
                </a:lnSpc>
                <a:spcBef>
                  <a:spcPct val="0"/>
                </a:spcBef>
              </a:pPr>
              <a:r>
                <a:rPr lang="en-US" sz="1371">
                  <a:solidFill>
                    <a:srgbClr val="03012B"/>
                  </a:solidFill>
                  <a:latin typeface="Cinzel Decorative"/>
                  <a:ea typeface="Cinzel Decorative"/>
                  <a:cs typeface="Cinzel Decorative"/>
                  <a:sym typeface="Cinzel Decorative"/>
                </a:rPr>
                <a:t>Head of Department</a:t>
              </a:r>
            </a:p>
          </p:txBody>
        </p:sp>
      </p:grpSp>
      <p:sp>
        <p:nvSpPr>
          <p:cNvPr id="14" name="TextBox 14"/>
          <p:cNvSpPr txBox="1"/>
          <p:nvPr/>
        </p:nvSpPr>
        <p:spPr>
          <a:xfrm>
            <a:off x="1343034" y="5125680"/>
            <a:ext cx="8014383" cy="121956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380"/>
              </a:lnSpc>
              <a:spcBef>
                <a:spcPct val="0"/>
              </a:spcBef>
            </a:pPr>
            <a:r>
              <a:rPr lang="en-US" sz="170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has successfully participated in </a:t>
            </a:r>
            <a:r>
              <a:rPr lang="en-US" sz="1700" b="1" u="sng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{{Event}}</a:t>
            </a:r>
            <a:r>
              <a:rPr lang="en-US" sz="1700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 </a:t>
            </a:r>
            <a:r>
              <a:rPr lang="en-US" sz="170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Under </a:t>
            </a:r>
            <a:r>
              <a:rPr lang="en-US" sz="1700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Techfest 2026 - Anantya</a:t>
            </a:r>
            <a:r>
              <a:rPr lang="en-US" sz="170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, held at the </a:t>
            </a:r>
            <a:r>
              <a:rPr lang="en-US" sz="1700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Department of Computer Engineering</a:t>
            </a:r>
            <a:r>
              <a:rPr lang="en-US" sz="170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, Pimpri Chinchwad College of Engineering, </a:t>
            </a:r>
            <a:r>
              <a:rPr lang="en-US" sz="1700" dirty="0" err="1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Nigdi</a:t>
            </a:r>
            <a:r>
              <a:rPr lang="en-US" sz="1700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, Pune from </a:t>
            </a:r>
            <a:r>
              <a:rPr lang="en-US" sz="1700" b="1" dirty="0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23/01/2026 to 24/01/2026</a:t>
            </a:r>
            <a:r>
              <a:rPr lang="en-US" sz="1700" dirty="0">
                <a:solidFill>
                  <a:srgbClr val="000000"/>
                </a:solidFill>
                <a:latin typeface="Cinzel"/>
                <a:ea typeface="Cinzel"/>
                <a:cs typeface="Cinzel"/>
                <a:sym typeface="Cinzel"/>
              </a:rPr>
              <a:t>.</a:t>
            </a:r>
          </a:p>
        </p:txBody>
      </p:sp>
      <p:sp>
        <p:nvSpPr>
          <p:cNvPr id="15" name="Freeform 15"/>
          <p:cNvSpPr/>
          <p:nvPr/>
        </p:nvSpPr>
        <p:spPr>
          <a:xfrm>
            <a:off x="196451" y="158457"/>
            <a:ext cx="826353" cy="826353"/>
          </a:xfrm>
          <a:custGeom>
            <a:avLst/>
            <a:gdLst/>
            <a:ahLst/>
            <a:cxnLst/>
            <a:rect l="l" t="t" r="r" b="b"/>
            <a:pathLst>
              <a:path w="826353" h="826353">
                <a:moveTo>
                  <a:pt x="0" y="0"/>
                </a:moveTo>
                <a:lnTo>
                  <a:pt x="826353" y="0"/>
                </a:lnTo>
                <a:lnTo>
                  <a:pt x="826353" y="826352"/>
                </a:lnTo>
                <a:lnTo>
                  <a:pt x="0" y="826352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20717" r="-21073"/>
            </a:stretch>
          </a:blipFill>
        </p:spPr>
      </p:sp>
      <p:sp>
        <p:nvSpPr>
          <p:cNvPr id="16" name="Freeform 16"/>
          <p:cNvSpPr/>
          <p:nvPr/>
        </p:nvSpPr>
        <p:spPr>
          <a:xfrm>
            <a:off x="9302923" y="258717"/>
            <a:ext cx="1266154" cy="625832"/>
          </a:xfrm>
          <a:custGeom>
            <a:avLst/>
            <a:gdLst/>
            <a:ahLst/>
            <a:cxnLst/>
            <a:rect l="l" t="t" r="r" b="b"/>
            <a:pathLst>
              <a:path w="1266154" h="625832">
                <a:moveTo>
                  <a:pt x="0" y="0"/>
                </a:moveTo>
                <a:lnTo>
                  <a:pt x="1266154" y="0"/>
                </a:lnTo>
                <a:lnTo>
                  <a:pt x="1266154" y="625832"/>
                </a:lnTo>
                <a:lnTo>
                  <a:pt x="0" y="625832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t="-48750" b="-53564"/>
            </a:stretch>
          </a:blipFill>
        </p:spPr>
      </p:sp>
      <p:grpSp>
        <p:nvGrpSpPr>
          <p:cNvPr id="17" name="Group 17"/>
          <p:cNvGrpSpPr/>
          <p:nvPr/>
        </p:nvGrpSpPr>
        <p:grpSpPr>
          <a:xfrm>
            <a:off x="4062717" y="1563996"/>
            <a:ext cx="2566565" cy="1802295"/>
            <a:chOff x="0" y="0"/>
            <a:chExt cx="3422087" cy="2403060"/>
          </a:xfrm>
        </p:grpSpPr>
        <p:sp>
          <p:nvSpPr>
            <p:cNvPr id="18" name="Freeform 18"/>
            <p:cNvSpPr/>
            <p:nvPr/>
          </p:nvSpPr>
          <p:spPr>
            <a:xfrm>
              <a:off x="0" y="0"/>
              <a:ext cx="3422087" cy="2403060"/>
            </a:xfrm>
            <a:custGeom>
              <a:avLst/>
              <a:gdLst/>
              <a:ahLst/>
              <a:cxnLst/>
              <a:rect l="l" t="t" r="r" b="b"/>
              <a:pathLst>
                <a:path w="3422087" h="2403060">
                  <a:moveTo>
                    <a:pt x="0" y="0"/>
                  </a:moveTo>
                  <a:lnTo>
                    <a:pt x="3422087" y="0"/>
                  </a:lnTo>
                  <a:lnTo>
                    <a:pt x="3422087" y="2403060"/>
                  </a:lnTo>
                  <a:lnTo>
                    <a:pt x="0" y="240306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 l="-2699" r="-2699"/>
              </a:stretch>
            </a:blipFill>
          </p:spPr>
        </p:sp>
        <p:sp>
          <p:nvSpPr>
            <p:cNvPr id="19" name="Freeform 19"/>
            <p:cNvSpPr/>
            <p:nvPr/>
          </p:nvSpPr>
          <p:spPr>
            <a:xfrm rot="-3587579">
              <a:off x="1206700" y="838470"/>
              <a:ext cx="1087821" cy="726120"/>
            </a:xfrm>
            <a:custGeom>
              <a:avLst/>
              <a:gdLst/>
              <a:ahLst/>
              <a:cxnLst/>
              <a:rect l="l" t="t" r="r" b="b"/>
              <a:pathLst>
                <a:path w="1087821" h="726120">
                  <a:moveTo>
                    <a:pt x="0" y="0"/>
                  </a:moveTo>
                  <a:lnTo>
                    <a:pt x="1087820" y="0"/>
                  </a:lnTo>
                  <a:lnTo>
                    <a:pt x="1087820" y="726120"/>
                  </a:lnTo>
                  <a:lnTo>
                    <a:pt x="0" y="72612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9">
                <a:alphaModFix amt="75000"/>
              </a:blip>
              <a:stretch>
                <a:fillRect/>
              </a:stretch>
            </a:blipFill>
          </p:spPr>
        </p:sp>
        <p:sp>
          <p:nvSpPr>
            <p:cNvPr id="20" name="Freeform 20"/>
            <p:cNvSpPr/>
            <p:nvPr/>
          </p:nvSpPr>
          <p:spPr>
            <a:xfrm>
              <a:off x="1603591" y="1168291"/>
              <a:ext cx="315038" cy="353693"/>
            </a:xfrm>
            <a:custGeom>
              <a:avLst/>
              <a:gdLst/>
              <a:ahLst/>
              <a:cxnLst/>
              <a:rect l="l" t="t" r="r" b="b"/>
              <a:pathLst>
                <a:path w="315038" h="353693">
                  <a:moveTo>
                    <a:pt x="0" y="0"/>
                  </a:moveTo>
                  <a:lnTo>
                    <a:pt x="315038" y="0"/>
                  </a:lnTo>
                  <a:lnTo>
                    <a:pt x="315038" y="353693"/>
                  </a:lnTo>
                  <a:lnTo>
                    <a:pt x="0" y="35369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/>
              <a:stretch>
                <a:fillRect l="-18949" t="-47881" r="-16372" b="-44971"/>
              </a:stretch>
            </a:blipFill>
          </p:spPr>
        </p:sp>
        <p:sp>
          <p:nvSpPr>
            <p:cNvPr id="21" name="TextBox 21"/>
            <p:cNvSpPr txBox="1"/>
            <p:nvPr/>
          </p:nvSpPr>
          <p:spPr>
            <a:xfrm>
              <a:off x="730428" y="1126296"/>
              <a:ext cx="1961232" cy="409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3"/>
                </a:lnSpc>
              </a:pPr>
              <a:r>
                <a:rPr lang="en-US" sz="1830" b="1" spc="274">
                  <a:solidFill>
                    <a:srgbClr val="5A5A5A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ANA  TYA</a:t>
              </a:r>
            </a:p>
          </p:txBody>
        </p:sp>
        <p:sp>
          <p:nvSpPr>
            <p:cNvPr id="22" name="TextBox 22"/>
            <p:cNvSpPr txBox="1"/>
            <p:nvPr/>
          </p:nvSpPr>
          <p:spPr>
            <a:xfrm>
              <a:off x="730428" y="1116067"/>
              <a:ext cx="1961232" cy="40981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2563"/>
                </a:lnSpc>
              </a:pPr>
              <a:r>
                <a:rPr lang="en-US" sz="1830" b="1" spc="274">
                  <a:solidFill>
                    <a:srgbClr val="E0C36E"/>
                  </a:solidFill>
                  <a:latin typeface="Cinzel Bold"/>
                  <a:ea typeface="Cinzel Bold"/>
                  <a:cs typeface="Cinzel Bold"/>
                  <a:sym typeface="Cinzel Bold"/>
                </a:rPr>
                <a:t>ANA  TYA</a:t>
              </a:r>
            </a:p>
          </p:txBody>
        </p:sp>
      </p:grpSp>
      <p:sp>
        <p:nvSpPr>
          <p:cNvPr id="23" name="TextBox 23"/>
          <p:cNvSpPr txBox="1"/>
          <p:nvPr/>
        </p:nvSpPr>
        <p:spPr>
          <a:xfrm>
            <a:off x="2677459" y="67069"/>
            <a:ext cx="5345533" cy="81748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192"/>
              </a:lnSpc>
            </a:pPr>
            <a:r>
              <a:rPr lang="en-US" sz="1565">
                <a:solidFill>
                  <a:srgbClr val="03012B"/>
                </a:solidFill>
                <a:latin typeface="Tomorrow"/>
                <a:ea typeface="Tomorrow"/>
                <a:cs typeface="Tomorrow"/>
                <a:sym typeface="Tomorrow"/>
              </a:rPr>
              <a:t>PCET’S</a:t>
            </a:r>
          </a:p>
          <a:p>
            <a:pPr algn="ctr">
              <a:lnSpc>
                <a:spcPts val="2192"/>
              </a:lnSpc>
            </a:pPr>
            <a:r>
              <a:rPr lang="en-US" sz="1565">
                <a:solidFill>
                  <a:srgbClr val="03012B"/>
                </a:solidFill>
                <a:latin typeface="Tomorrow"/>
                <a:ea typeface="Tomorrow"/>
                <a:cs typeface="Tomorrow"/>
                <a:sym typeface="Tomorrow"/>
              </a:rPr>
              <a:t>Pimpri Chinchwad College of Engineering, Pune</a:t>
            </a:r>
          </a:p>
          <a:p>
            <a:pPr algn="ctr">
              <a:lnSpc>
                <a:spcPts val="2192"/>
              </a:lnSpc>
              <a:spcBef>
                <a:spcPct val="0"/>
              </a:spcBef>
            </a:pPr>
            <a:r>
              <a:rPr lang="en-US" sz="1565">
                <a:solidFill>
                  <a:srgbClr val="03012B"/>
                </a:solidFill>
                <a:latin typeface="Tomorrow"/>
                <a:ea typeface="Tomorrow"/>
                <a:cs typeface="Tomorrow"/>
                <a:sym typeface="Tomorrow"/>
              </a:rPr>
              <a:t>Department of Computer Engineering</a:t>
            </a:r>
          </a:p>
        </p:txBody>
      </p:sp>
      <p:grpSp>
        <p:nvGrpSpPr>
          <p:cNvPr id="24" name="Group 24"/>
          <p:cNvGrpSpPr/>
          <p:nvPr/>
        </p:nvGrpSpPr>
        <p:grpSpPr>
          <a:xfrm>
            <a:off x="756000" y="984809"/>
            <a:ext cx="9289334" cy="1256352"/>
            <a:chOff x="0" y="0"/>
            <a:chExt cx="12385778" cy="1675136"/>
          </a:xfrm>
        </p:grpSpPr>
        <p:sp>
          <p:nvSpPr>
            <p:cNvPr id="25" name="Freeform 25"/>
            <p:cNvSpPr/>
            <p:nvPr/>
          </p:nvSpPr>
          <p:spPr>
            <a:xfrm>
              <a:off x="3953148" y="157926"/>
              <a:ext cx="2512122" cy="894153"/>
            </a:xfrm>
            <a:custGeom>
              <a:avLst/>
              <a:gdLst/>
              <a:ahLst/>
              <a:cxnLst/>
              <a:rect l="l" t="t" r="r" b="b"/>
              <a:pathLst>
                <a:path w="2512122" h="894153">
                  <a:moveTo>
                    <a:pt x="0" y="0"/>
                  </a:moveTo>
                  <a:lnTo>
                    <a:pt x="2512122" y="0"/>
                  </a:lnTo>
                  <a:lnTo>
                    <a:pt x="2512122" y="894153"/>
                  </a:lnTo>
                  <a:lnTo>
                    <a:pt x="0" y="89415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1"/>
              <a:stretch>
                <a:fillRect t="-90056" b="-90893"/>
              </a:stretch>
            </a:blipFill>
          </p:spPr>
        </p:sp>
        <p:sp>
          <p:nvSpPr>
            <p:cNvPr id="26" name="Freeform 26"/>
            <p:cNvSpPr/>
            <p:nvPr/>
          </p:nvSpPr>
          <p:spPr>
            <a:xfrm>
              <a:off x="0" y="0"/>
              <a:ext cx="1151190" cy="1151190"/>
            </a:xfrm>
            <a:custGeom>
              <a:avLst/>
              <a:gdLst/>
              <a:ahLst/>
              <a:cxnLst/>
              <a:rect l="l" t="t" r="r" b="b"/>
              <a:pathLst>
                <a:path w="1151190" h="1151190">
                  <a:moveTo>
                    <a:pt x="0" y="0"/>
                  </a:moveTo>
                  <a:lnTo>
                    <a:pt x="1151190" y="0"/>
                  </a:lnTo>
                  <a:lnTo>
                    <a:pt x="1151190" y="1151190"/>
                  </a:lnTo>
                  <a:lnTo>
                    <a:pt x="0" y="1151190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2"/>
              <a:stretch>
                <a:fillRect/>
              </a:stretch>
            </a:blipFill>
          </p:spPr>
        </p:sp>
        <p:sp>
          <p:nvSpPr>
            <p:cNvPr id="27" name="Freeform 27"/>
            <p:cNvSpPr/>
            <p:nvPr/>
          </p:nvSpPr>
          <p:spPr>
            <a:xfrm>
              <a:off x="1994135" y="58816"/>
              <a:ext cx="1312659" cy="1092374"/>
            </a:xfrm>
            <a:custGeom>
              <a:avLst/>
              <a:gdLst/>
              <a:ahLst/>
              <a:cxnLst/>
              <a:rect l="l" t="t" r="r" b="b"/>
              <a:pathLst>
                <a:path w="1312659" h="1092374">
                  <a:moveTo>
                    <a:pt x="0" y="0"/>
                  </a:moveTo>
                  <a:lnTo>
                    <a:pt x="1312659" y="0"/>
                  </a:lnTo>
                  <a:lnTo>
                    <a:pt x="1312659" y="1092374"/>
                  </a:lnTo>
                  <a:lnTo>
                    <a:pt x="0" y="1092374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3"/>
              <a:stretch>
                <a:fillRect/>
              </a:stretch>
            </a:blipFill>
          </p:spPr>
        </p:sp>
        <p:sp>
          <p:nvSpPr>
            <p:cNvPr id="28" name="Freeform 28"/>
            <p:cNvSpPr/>
            <p:nvPr/>
          </p:nvSpPr>
          <p:spPr>
            <a:xfrm>
              <a:off x="9267228" y="113111"/>
              <a:ext cx="924968" cy="924968"/>
            </a:xfrm>
            <a:custGeom>
              <a:avLst/>
              <a:gdLst/>
              <a:ahLst/>
              <a:cxnLst/>
              <a:rect l="l" t="t" r="r" b="b"/>
              <a:pathLst>
                <a:path w="924968" h="924968">
                  <a:moveTo>
                    <a:pt x="0" y="0"/>
                  </a:moveTo>
                  <a:lnTo>
                    <a:pt x="924968" y="0"/>
                  </a:lnTo>
                  <a:lnTo>
                    <a:pt x="924968" y="924968"/>
                  </a:lnTo>
                  <a:lnTo>
                    <a:pt x="0" y="92496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4"/>
              <a:stretch>
                <a:fillRect/>
              </a:stretch>
            </a:blipFill>
          </p:spPr>
        </p:sp>
        <p:sp>
          <p:nvSpPr>
            <p:cNvPr id="29" name="Freeform 29"/>
            <p:cNvSpPr/>
            <p:nvPr/>
          </p:nvSpPr>
          <p:spPr>
            <a:xfrm>
              <a:off x="6728492" y="0"/>
              <a:ext cx="1675136" cy="1675136"/>
            </a:xfrm>
            <a:custGeom>
              <a:avLst/>
              <a:gdLst/>
              <a:ahLst/>
              <a:cxnLst/>
              <a:rect l="l" t="t" r="r" b="b"/>
              <a:pathLst>
                <a:path w="1675136" h="1675136">
                  <a:moveTo>
                    <a:pt x="0" y="0"/>
                  </a:moveTo>
                  <a:lnTo>
                    <a:pt x="1675136" y="0"/>
                  </a:lnTo>
                  <a:lnTo>
                    <a:pt x="1675136" y="1675136"/>
                  </a:lnTo>
                  <a:lnTo>
                    <a:pt x="0" y="1675136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5"/>
              <a:stretch>
                <a:fillRect/>
              </a:stretch>
            </a:blipFill>
          </p:spPr>
        </p:sp>
        <p:sp>
          <p:nvSpPr>
            <p:cNvPr id="30" name="Freeform 30"/>
            <p:cNvSpPr/>
            <p:nvPr/>
          </p:nvSpPr>
          <p:spPr>
            <a:xfrm>
              <a:off x="11053681" y="27174"/>
              <a:ext cx="1332097" cy="1332097"/>
            </a:xfrm>
            <a:custGeom>
              <a:avLst/>
              <a:gdLst/>
              <a:ahLst/>
              <a:cxnLst/>
              <a:rect l="l" t="t" r="r" b="b"/>
              <a:pathLst>
                <a:path w="1332097" h="1332097">
                  <a:moveTo>
                    <a:pt x="0" y="0"/>
                  </a:moveTo>
                  <a:lnTo>
                    <a:pt x="1332097" y="0"/>
                  </a:lnTo>
                  <a:lnTo>
                    <a:pt x="1332097" y="1332098"/>
                  </a:lnTo>
                  <a:lnTo>
                    <a:pt x="0" y="133209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6"/>
              <a:stretch>
                <a:fillRect/>
              </a:stretch>
            </a:blipFill>
          </p:spPr>
        </p:sp>
      </p:grpSp>
      <p:sp>
        <p:nvSpPr>
          <p:cNvPr id="31" name="TextBox 31"/>
          <p:cNvSpPr txBox="1"/>
          <p:nvPr/>
        </p:nvSpPr>
        <p:spPr>
          <a:xfrm>
            <a:off x="1338809" y="4447386"/>
            <a:ext cx="8014383" cy="537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480"/>
              </a:lnSpc>
            </a:pPr>
            <a:r>
              <a:rPr lang="en-US" sz="3200" b="1">
                <a:solidFill>
                  <a:srgbClr val="000000"/>
                </a:solidFill>
                <a:latin typeface="Cinzel Bold"/>
                <a:ea typeface="Cinzel Bold"/>
                <a:cs typeface="Cinzel Bold"/>
                <a:sym typeface="Cinzel Bold"/>
              </a:rPr>
              <a:t>{{Name}}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70</Words>
  <Application>Microsoft Office PowerPoint</Application>
  <PresentationFormat>Custom</PresentationFormat>
  <Paragraphs>12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8" baseType="lpstr">
      <vt:lpstr>Calibri</vt:lpstr>
      <vt:lpstr>Arial</vt:lpstr>
      <vt:lpstr>Cinzel</vt:lpstr>
      <vt:lpstr>Cinzel Bold</vt:lpstr>
      <vt:lpstr>Tomorrow</vt:lpstr>
      <vt:lpstr>Cinzel Decorative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templet</dc:title>
  <dc:creator>Krushnakant Patil</dc:creator>
  <cp:lastModifiedBy>Krushnakant Patil</cp:lastModifiedBy>
  <cp:revision>2</cp:revision>
  <dcterms:created xsi:type="dcterms:W3CDTF">2006-08-16T00:00:00Z</dcterms:created>
  <dcterms:modified xsi:type="dcterms:W3CDTF">2026-02-01T13:19:17Z</dcterms:modified>
  <dc:identifier>DAG_sldq0I4</dc:identifier>
</cp:coreProperties>
</file>